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Generar un vector secuencia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CONSIGNA: Comparar la performance con systime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ejercicio tiene como objetivo comparar la estructura </a:t>
            </a:r>
            <a:r>
              <a:rPr b="1"/>
              <a:t>for</a:t>
            </a:r>
            <a:r>
              <a:rPr/>
              <a:t> con la funcion </a:t>
            </a:r>
            <a:r>
              <a:rPr b="1"/>
              <a:t>seq</a:t>
            </a:r>
            <a:r>
              <a:rPr/>
              <a:t>, que es una funcion optimizada de R. Dicha comparacion debe de ser hecha con la funcion systime.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Solución con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-Creamos la variable A y le otorgamos un valor inicial -Iniciamos a “tomar el tiempo” con la función </a:t>
            </a:r>
            <a:r>
              <a:rPr b="1"/>
              <a:t>sys.time</a:t>
            </a:r>
            <a:r>
              <a:rPr/>
              <a:t> -Creamos el bucle for con la secuencia solicitada -Utilizamos las funciones </a:t>
            </a:r>
            <a:r>
              <a:rPr b="1"/>
              <a:t>head</a:t>
            </a:r>
            <a:r>
              <a:rPr/>
              <a:t> y </a:t>
            </a:r>
            <a:r>
              <a:rPr b="1"/>
              <a:t>tail</a:t>
            </a:r>
            <a:r>
              <a:rPr/>
              <a:t> para que nos muestre los primeros y los últimos 6 números para corroborar que el vector se formo correctamente y que llego a 100000 -Guardamos la hora final mediante Sys.time para así corroborar cuanto tiempo real le tomo al procesador.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Secuencia de R usando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A &lt;-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InicioA=</a:t>
            </a:r>
            <a:r>
              <a:rPr>
                <a:solidFill>
                  <a:srgbClr val="4758AB"/>
                </a:solidFill>
                <a:latin typeface="Courier"/>
              </a:rPr>
              <a:t>Sys.time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(i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50000</a:t>
            </a:r>
            <a:r>
              <a:rPr>
                <a:solidFill>
                  <a:srgbClr val="003B4F"/>
                </a:solidFill>
                <a:latin typeface="Courier"/>
              </a:rPr>
              <a:t>) { A[i] &lt;- (i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)}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 (A)</a:t>
            </a:r>
          </a:p>
          <a:p>
            <a:pPr lvl="0" indent="0">
              <a:buNone/>
            </a:pPr>
            <a:r>
              <a:rPr>
                <a:latin typeface="Courier"/>
              </a:rPr>
              <a:t>[1]  2  4  6  8 10 12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tail</a:t>
            </a:r>
            <a:r>
              <a:rPr>
                <a:solidFill>
                  <a:srgbClr val="003B4F"/>
                </a:solidFill>
                <a:latin typeface="Courier"/>
              </a:rPr>
              <a:t>(A)</a:t>
            </a:r>
          </a:p>
          <a:p>
            <a:pPr lvl="0" indent="0">
              <a:buNone/>
            </a:pPr>
            <a:r>
              <a:rPr>
                <a:latin typeface="Courier"/>
              </a:rPr>
              <a:t>[1]  99990  99992  99994  99996  99998 100000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FinA=</a:t>
            </a:r>
            <a:r>
              <a:rPr>
                <a:solidFill>
                  <a:srgbClr val="4758AB"/>
                </a:solidFill>
                <a:latin typeface="Courier"/>
              </a:rPr>
              <a:t>Sys.time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FinA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InicioA</a:t>
            </a:r>
          </a:p>
          <a:p>
            <a:pPr lvl="0" indent="0">
              <a:buNone/>
            </a:pPr>
            <a:r>
              <a:rPr>
                <a:latin typeface="Courier"/>
              </a:rPr>
              <a:t>Time difference of 0.09076595 secs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Solución con la función seq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Luego repetimos el proceso con la función seq en lugar del bucle for.También utilizando al función Sys.time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Secuencia de R usando la funcion seq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InicioB=</a:t>
            </a:r>
            <a:r>
              <a:rPr>
                <a:solidFill>
                  <a:srgbClr val="4758AB"/>
                </a:solidFill>
                <a:latin typeface="Courier"/>
              </a:rPr>
              <a:t>Sys.time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B=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100000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(B)</a:t>
            </a:r>
          </a:p>
          <a:p>
            <a:pPr lvl="0" indent="0">
              <a:buNone/>
            </a:pPr>
            <a:r>
              <a:rPr>
                <a:latin typeface="Courier"/>
              </a:rPr>
              <a:t>[1]  1  3  5  7  9 11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tail</a:t>
            </a:r>
            <a:r>
              <a:rPr>
                <a:solidFill>
                  <a:srgbClr val="003B4F"/>
                </a:solidFill>
                <a:latin typeface="Courier"/>
              </a:rPr>
              <a:t>(B)</a:t>
            </a:r>
          </a:p>
          <a:p>
            <a:pPr lvl="0" indent="0">
              <a:buNone/>
            </a:pPr>
            <a:r>
              <a:rPr>
                <a:latin typeface="Courier"/>
              </a:rPr>
              <a:t>[1] 99989 99991 99993 99995 99997 99999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FinB=</a:t>
            </a:r>
            <a:r>
              <a:rPr>
                <a:solidFill>
                  <a:srgbClr val="4758AB"/>
                </a:solidFill>
                <a:latin typeface="Courier"/>
              </a:rPr>
              <a:t>Sys.time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FinB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InicioB</a:t>
            </a:r>
          </a:p>
          <a:p>
            <a:pPr lvl="0" indent="0">
              <a:buNone/>
            </a:pPr>
            <a:r>
              <a:rPr>
                <a:latin typeface="Courier"/>
              </a:rPr>
              <a:t>Time difference of 0.003014803 secs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Los tiempos fueron 0.02158332 secs para el bucle for y 0.007312536 secs para la función seq, por lo que concluimos que la función optimizada de R es mucho mas rapida que el bucle for.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Generar un vector secuencia</dc:title>
  <dc:creator/>
  <cp:keywords/>
  <dcterms:created xsi:type="dcterms:W3CDTF">2026-04-15T22:53:35Z</dcterms:created>
  <dcterms:modified xsi:type="dcterms:W3CDTF">2026-04-15T22:53:35Z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